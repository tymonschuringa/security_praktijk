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657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710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487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166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857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03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874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43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162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825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673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8228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059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086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545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455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875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182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30876-4229-504D-CE56-F0072F770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 fontScale="90000"/>
          </a:bodyPr>
          <a:lstStyle/>
          <a:p>
            <a:r>
              <a:rPr lang="en-US" noProof="0" dirty="0">
                <a:solidFill>
                  <a:srgbClr val="EBEBEB"/>
                </a:solidFill>
              </a:rPr>
              <a:t>Custom network scanner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7D8FBE6-E007-3998-BF32-E83E910F1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2" y="4777380"/>
            <a:ext cx="5222326" cy="861420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Ziyad al </a:t>
            </a:r>
            <a:r>
              <a:rPr lang="en-US" noProof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gebri</a:t>
            </a:r>
            <a:r>
              <a:rPr lang="en-US" noProof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, tymon </a:t>
            </a:r>
            <a:r>
              <a:rPr lang="en-US" noProof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schuringa</a:t>
            </a:r>
            <a:endParaRPr lang="en-US" noProof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7E8D4-0403-FCAC-0324-F68285315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5" r="23790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356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9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7189E7-C4C5-9B69-BF02-71F8D937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assessment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444DB-AC8E-106E-C50F-0B7141C8B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en-US" noProof="0" dirty="0"/>
              <a:t>Build network scanner</a:t>
            </a:r>
          </a:p>
          <a:p>
            <a:r>
              <a:rPr lang="en-US" noProof="0" dirty="0"/>
              <a:t>Why is it useful?</a:t>
            </a:r>
          </a:p>
        </p:txBody>
      </p:sp>
    </p:spTree>
    <p:extLst>
      <p:ext uri="{BB962C8B-B14F-4D97-AF65-F5344CB8AC3E}">
        <p14:creationId xmlns:p14="http://schemas.microsoft.com/office/powerpoint/2010/main" val="3026124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4F2EC9-C6C6-D120-F267-829513AA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614057" cy="4470821"/>
          </a:xfrm>
        </p:spPr>
        <p:txBody>
          <a:bodyPr>
            <a:normAutofit/>
          </a:bodyPr>
          <a:lstStyle/>
          <a:p>
            <a:pPr algn="r"/>
            <a:r>
              <a:rPr lang="en-US" noProof="0" dirty="0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CCC7CF2-4699-89A3-FC0F-91F8ACF2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r>
              <a:rPr lang="en-US" noProof="0" dirty="0"/>
              <a:t>➢ Host Discovery </a:t>
            </a:r>
          </a:p>
          <a:p>
            <a:r>
              <a:rPr lang="en-US" noProof="0" dirty="0"/>
              <a:t>➢ Port Scanning </a:t>
            </a:r>
          </a:p>
          <a:p>
            <a:r>
              <a:rPr lang="en-US" noProof="0" dirty="0"/>
              <a:t>➢ Application &amp; Version Detection </a:t>
            </a:r>
          </a:p>
          <a:p>
            <a:r>
              <a:rPr lang="en-US" noProof="0" dirty="0"/>
              <a:t>➢ OS Detection</a:t>
            </a:r>
          </a:p>
        </p:txBody>
      </p:sp>
    </p:spTree>
    <p:extLst>
      <p:ext uri="{BB962C8B-B14F-4D97-AF65-F5344CB8AC3E}">
        <p14:creationId xmlns:p14="http://schemas.microsoft.com/office/powerpoint/2010/main" val="419472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D615C8-6E56-588B-2B67-F8078087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265" y="741259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noProof="0" dirty="0">
                <a:solidFill>
                  <a:schemeClr val="tx1"/>
                </a:solidFill>
              </a:rPr>
              <a:t>progression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056FCF-3973-0F2B-2C41-1F145656D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r>
              <a:rPr lang="en-US" dirty="0"/>
              <a:t>Code design: which functions do we need?</a:t>
            </a:r>
            <a:endParaRPr lang="en-US" noProof="0" dirty="0"/>
          </a:p>
          <a:p>
            <a:r>
              <a:rPr lang="en-US" noProof="0" dirty="0"/>
              <a:t>Pseudo code</a:t>
            </a:r>
          </a:p>
        </p:txBody>
      </p:sp>
      <p:pic>
        <p:nvPicPr>
          <p:cNvPr id="5" name="Afbeelding 4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A8B9BEC5-15FA-7B40-D1B7-764325EE8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54" y="0"/>
            <a:ext cx="3233430" cy="686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75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7C1BC-B490-560A-00C5-AEAE18B6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</a:t>
            </a:r>
            <a:br>
              <a:rPr lang="en-US" noProof="0" dirty="0"/>
            </a:br>
            <a:r>
              <a:rPr lang="en-US" sz="2000" noProof="0" dirty="0"/>
              <a:t>tested from home:</a:t>
            </a:r>
            <a:endParaRPr lang="en-US" noProof="0" dirty="0"/>
          </a:p>
        </p:txBody>
      </p:sp>
      <p:pic>
        <p:nvPicPr>
          <p:cNvPr id="13" name="Tijdelijke aanduiding voor inhoud 12" descr="Afbeelding met tekst, schermopname, Lettertype, software&#10;&#10;Door AI gegenereerde inhoud is mogelijk onjuist.">
            <a:extLst>
              <a:ext uri="{FF2B5EF4-FFF2-40B4-BE49-F238E27FC236}">
                <a16:creationId xmlns:a16="http://schemas.microsoft.com/office/drawing/2014/main" id="{591F9229-4331-39DF-B92B-7BFA408B3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" y="2373990"/>
            <a:ext cx="10734675" cy="25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7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86E676-B23A-1C85-6338-72D41BF4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918857" cy="4470821"/>
          </a:xfrm>
        </p:spPr>
        <p:txBody>
          <a:bodyPr>
            <a:normAutofit/>
          </a:bodyPr>
          <a:lstStyle/>
          <a:p>
            <a:pPr algn="r"/>
            <a:r>
              <a:rPr lang="en-US" noProof="0" dirty="0">
                <a:solidFill>
                  <a:schemeClr val="bg2"/>
                </a:solidFill>
              </a:rPr>
              <a:t>Improvements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E7C5E6-9174-8F82-1CCA-ACAA6EE17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r>
              <a:rPr lang="en-US" noProof="0" dirty="0"/>
              <a:t>Use </a:t>
            </a:r>
            <a:r>
              <a:rPr lang="en-US" noProof="0" dirty="0" err="1"/>
              <a:t>colorama</a:t>
            </a:r>
            <a:r>
              <a:rPr lang="en-US" noProof="0" dirty="0"/>
              <a:t> for improvement of readability</a:t>
            </a:r>
          </a:p>
          <a:p>
            <a:r>
              <a:rPr lang="en-US" noProof="0" dirty="0"/>
              <a:t>write proper docstrings</a:t>
            </a:r>
          </a:p>
          <a:p>
            <a:r>
              <a:rPr lang="en-US" noProof="0" dirty="0"/>
              <a:t>Progress reports during the scan</a:t>
            </a:r>
          </a:p>
          <a:p>
            <a:r>
              <a:rPr lang="en-US" noProof="0" dirty="0"/>
              <a:t>Allow user to control scan options in command line. (Including scanning different subnets)</a:t>
            </a:r>
          </a:p>
          <a:p>
            <a:r>
              <a:rPr lang="en-US" dirty="0"/>
              <a:t>Write the rapport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874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138E8-22D6-A32D-6218-B5707F57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3D1CC9A-715C-9927-4A24-7346BF48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has been solid progress on the design </a:t>
            </a:r>
            <a:endParaRPr lang="en-US" noProof="0" dirty="0"/>
          </a:p>
          <a:p>
            <a:r>
              <a:rPr lang="en-US" noProof="0" dirty="0"/>
              <a:t>We build a strong foundation of the functionality</a:t>
            </a:r>
          </a:p>
          <a:p>
            <a:r>
              <a:rPr lang="en-US" dirty="0"/>
              <a:t>Clear v</a:t>
            </a:r>
            <a:r>
              <a:rPr lang="en-US" noProof="0" dirty="0" err="1"/>
              <a:t>ison</a:t>
            </a:r>
            <a:r>
              <a:rPr lang="en-US" noProof="0" dirty="0"/>
              <a:t> for completion of assessment</a:t>
            </a:r>
          </a:p>
        </p:txBody>
      </p:sp>
    </p:spTree>
    <p:extLst>
      <p:ext uri="{BB962C8B-B14F-4D97-AF65-F5344CB8AC3E}">
        <p14:creationId xmlns:p14="http://schemas.microsoft.com/office/powerpoint/2010/main" val="3825963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108</Words>
  <Application>Microsoft Office PowerPoint</Application>
  <PresentationFormat>Breedbeeld</PresentationFormat>
  <Paragraphs>24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Custom network scanner</vt:lpstr>
      <vt:lpstr>assessment</vt:lpstr>
      <vt:lpstr>requirements</vt:lpstr>
      <vt:lpstr>progression</vt:lpstr>
      <vt:lpstr>Results tested from home:</vt:lpstr>
      <vt:lpstr>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Schuringa TC, Tymon</dc:creator>
  <cp:lastModifiedBy>Schuringa TC, Tymon</cp:lastModifiedBy>
  <cp:revision>3</cp:revision>
  <dcterms:created xsi:type="dcterms:W3CDTF">2026-02-17T21:22:42Z</dcterms:created>
  <dcterms:modified xsi:type="dcterms:W3CDTF">2026-02-17T22:06:07Z</dcterms:modified>
</cp:coreProperties>
</file>